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435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097280" cy="10972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37360" y="13716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System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1463040"/>
            <a:ext cx="91440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Financial Analysis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468880" cy="1097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Vauldan Dsouza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2468880" cy="1097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June 2026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2423160"/>
            <a:ext cx="2468880" cy="10972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788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•  Business Intelligence  •  Machine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09728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1556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73736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33172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NSE/BSE CSV files, financial statements from 100 Nifty companies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39112" y="100584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109728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11556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12264" y="173736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12264" y="233172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pipeline: clean, transform &amp; validate raw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58184" y="100584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1104" y="1097280"/>
            <a:ext cx="548640" cy="5486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1104" y="111556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31336" y="173736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31336" y="233172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PostgreSQL warehouse with fact &amp; dimension tables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56" y="100584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0176" y="1097280"/>
            <a:ext cx="548640" cy="5486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176" y="111556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50408" y="173736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0408" y="233172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with DAX measures &amp; interactive visuals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96328" y="100584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4E3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99248" y="1097280"/>
            <a:ext cx="548640" cy="54864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111556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173736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2331720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health scoring system to rank company fundamentals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38404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BEFORE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840480" cy="30175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276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downloading data from NSE/BSE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formatting data in Excel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analysis across reports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182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updates or automation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7124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calculations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2651760"/>
            <a:ext cx="4572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514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0" y="1005840"/>
            <a:ext cx="38404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0" y="1508760"/>
            <a:ext cx="384048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93792" y="162763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591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pipeline runs weekly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93792" y="215798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metrics across all reports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93792" y="268833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interactive Power BI dashboards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93792" y="321868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182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every Saturday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93792" y="374904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37124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DAX-based calculations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5029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Power BI Dashboards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502920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5029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Company Deep Dive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322576"/>
            <a:ext cx="502920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00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Sector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752344"/>
            <a:ext cx="5029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Valuation Metrics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502920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95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Cash Flow 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5029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93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ML Intelligence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041648"/>
            <a:ext cx="502920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Executive Summary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1005840"/>
            <a:ext cx="329184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Deliverables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577840" y="1536192"/>
            <a:ext cx="329184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6093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19568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star schema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2542032"/>
            <a:ext cx="329184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6151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15000" y="29626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77840" y="3547872"/>
            <a:ext cx="329184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36210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Library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15000" y="39684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reusable formulas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1: Executive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65176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Snapshot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 performers, index overview, sector heat 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5176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Performance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 trends across all NIFTY sectors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Tracker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growth comparison for key financials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Features: Company slicer • Year slicer • Sector filter • Export to PDF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2: Company Deep Dive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One company selector drives ALL visuals simultaneously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7315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Company Selector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22860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dropdown — select TCS, HDFC, Reliance, etc. to update all charts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783080"/>
            <a:ext cx="7315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Financial Summary Cards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22860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Net Profit, OPM%, ROE — all key KPIs at a glance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54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54680"/>
            <a:ext cx="7315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Profitability Charts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" y="3657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trend lines for margins, growth &amp; efficiency metrics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154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154680"/>
            <a:ext cx="7315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Detailed Metrics Table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73752" y="3657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financial ratios side by side for in-depth comparison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445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Select 'TCS' → instantly see all TCS financial metrics, charts &amp; health score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 Star Schema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874520"/>
            <a:ext cx="2377440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93008" y="22951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fact_profit_loss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93008" y="2560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fact_balance_sheet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93008" y="28254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fact_cash_flow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93008" y="3090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fact_ml_scores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3008" y="3355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fact_pros_cons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93008" y="36210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fact_analysis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91740"/>
            <a:ext cx="20116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48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dim_company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306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companies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960120"/>
            <a:ext cx="20116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0332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dim_year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399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491740"/>
            <a:ext cx="20116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5648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9306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groups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931920"/>
            <a:ext cx="20116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4005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dim_health_label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categories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4663440"/>
            <a:ext cx="22860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63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4663440"/>
            <a:ext cx="228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65176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EXTRACT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65176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642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Pull from multiple CSV 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2311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NSE/BSE raw financial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980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100 company datasets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364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Historical data 2013–2023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51760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TRANSFORM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200400" y="1554480"/>
            <a:ext cx="2651760" cy="2560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642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Calculate financial ratios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2311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ML health scores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7980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 data 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364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Standardize formats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65176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LOAD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26480" y="1554480"/>
            <a:ext cx="2651760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6642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Insert into PostgreSQL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2311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Populate fact tables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7980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Update dimension tables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3649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Refresh Power BI model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297680"/>
            <a:ext cx="859536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251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Schedule: Runs every Saturday (weekly refresh) — fully automated, no manual intervention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Library (25+ Formulas)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28016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Calculation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124712"/>
            <a:ext cx="438912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143000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Profit / Shareholders' Equity × 100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10512"/>
            <a:ext cx="128016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10512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1856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Sales CAGR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1883664"/>
            <a:ext cx="438912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901952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((Revenue_t / Revenue_t-3) ^ (1/3) - 1) × 100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69464"/>
            <a:ext cx="859536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69464"/>
            <a:ext cx="128016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69464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26151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OPM%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2642616"/>
            <a:ext cx="438912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660904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AVERAGEX(years, Operating Profit / Revenue × 100)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2841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28416"/>
            <a:ext cx="128016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28416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33741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Distribution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43400" y="3401568"/>
            <a:ext cx="438912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419856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COUNTX(FILTER(scores, score &gt;= threshold), company)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87368"/>
            <a:ext cx="859536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087368"/>
            <a:ext cx="128016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87368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91640" y="4133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43400" y="4160520"/>
            <a:ext cx="438912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4178808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Debt / Total Equity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360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25+ measures are reusable across all 7 dashboards — ensuring consistent calculations company-wide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Health Scoring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Components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02920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45920"/>
            <a:ext cx="292608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87782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408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ROE, OPM%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4081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502920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58568"/>
            <a:ext cx="292608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58568"/>
            <a:ext cx="7315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20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0208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Profit Growth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0208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502920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71216"/>
            <a:ext cx="292608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71216"/>
            <a:ext cx="585216" cy="182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33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2633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6334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209544"/>
            <a:ext cx="502920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483864"/>
            <a:ext cx="292608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483864"/>
            <a:ext cx="438912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3246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822192"/>
            <a:ext cx="5029200" cy="5303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096512"/>
            <a:ext cx="292608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096512"/>
            <a:ext cx="292608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3858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Quality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8587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1005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0" y="1371600"/>
            <a:ext cx="338328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2648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– 100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12648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0" y="2167128"/>
            <a:ext cx="3383280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126480" y="22128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84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264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0" y="2962656"/>
            <a:ext cx="338328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126480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69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126480" y="33284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0" y="3758184"/>
            <a:ext cx="338328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126480" y="38039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49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126480" y="41239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Analysis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Performers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3108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276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TCS: 28.5% ROE, 20.4% OPM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682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Bank: 18.2% ROE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035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Infosys: Consistent margins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7398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Finance: High growth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Growth Leaders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1508760"/>
            <a:ext cx="2743200" cy="31089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166420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16276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Diversified growth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2368296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Adani Group: Rapid expansion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307238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3035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Zomato: Revenue surge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377647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37398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Motors: EV pivot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Sector Insights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1508760"/>
            <a:ext cx="2743200" cy="3108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664208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16276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Sector: ~20% margins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2368296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Stable growth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072384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47688" y="3035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Capital-intensive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3776472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7688" y="37398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FMCG: Defensive stocks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6128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490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open-source, production-grade RDBMS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16128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776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1490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928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transforms, psycopg2 for DB connectivity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16128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94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0" y="1490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8928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dashboards with rich interactivity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89864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0584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&amp; 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227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6301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calculated columns, measures &amp; data shaping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7889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289864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97764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77640" y="3227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analytical queries and fast aggregations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402336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data formats across 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51560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97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344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ETL pipeline with validation checks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402336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01168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57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04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financial ratio calculations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46320" y="2011680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011680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057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304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Python logic + DAX IFERROR handling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402336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97180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264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performance with large datasets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846320" y="2971800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71800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264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+ PostgreSQL indexing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931920"/>
            <a:ext cx="402336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93192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77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Challenge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224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 weighting methodology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3484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846320" y="3931920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931920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977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4224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from CFA + expert validation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Real-World Use Cases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Managers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1463040"/>
            <a:ext cx="32004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721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Executive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market-wide snapshot and sector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0" y="1463040"/>
            <a:ext cx="32004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4721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Company Deep Dive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fundamental analysis of any Nifty company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51560" y="2514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Investors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2880360"/>
            <a:ext cx="32004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88950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Summary + Comparison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companies before making investment decisions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4231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0" y="2514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0" y="2880360"/>
            <a:ext cx="32004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88950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Cash Flow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liquidity and leverage trends over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8595360" cy="7315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research time from hours → minutes   •   Democratizes financial data   •   Enables data-driven decisions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097280"/>
            <a:ext cx="10972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Streaming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API integration for live price &amp; volume data feeds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97280"/>
            <a:ext cx="10972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0299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revenue and profit forecasting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0" y="1097280"/>
            <a:ext cx="10972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0299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rebalancing recommendations using Markowitz theory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0" y="2971800"/>
            <a:ext cx="10972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9718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9044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On-the-go access via iOS and Android companion app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971800"/>
            <a:ext cx="10972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29718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37560" y="39044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and earnings call sentiment integrated into health scores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772400" y="2971800"/>
            <a:ext cx="10972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30936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9360" y="39044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score changes &amp; anomaly detection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 Learned (8-Week Journey)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97280"/>
            <a:ext cx="411480" cy="4114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Paramount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 — cleaning took 40% of project time but was essential for trustworthy insights.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73752" y="1097280"/>
            <a:ext cx="411480" cy="4114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76672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 Modeling is Foundational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early in a proper star schema saved weeks of rework and made DAX measures far simpler.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0058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1097280"/>
            <a:ext cx="411480" cy="4114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Saves Time &amp; Errors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the ETL pipeline eliminated manual steps, reduced errors, and enabled consistent weekly refreshes.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33172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3752" y="2423160"/>
            <a:ext cx="411480" cy="4114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76672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User-Centric Design Matters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2880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built for end users (not just analysts) drove much higher adoption and usefulness.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33172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2423160"/>
            <a:ext cx="411480" cy="4114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832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Underrated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2880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docs for DAX measures and schema saved hours in debugging and onboarding new team members.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3172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2423160"/>
            <a:ext cx="411480" cy="41148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76672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Catches Issues Early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92040" y="2880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on Python transforms caught data issues before they reached Power BI and affected reports.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100 Financial Intelligence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0" y="868680"/>
            <a:ext cx="4572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051560"/>
            <a:ext cx="6400800" cy="521208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07899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Production-ready financial intelligence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6400800" cy="521208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6733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 fully interactive Power BI dashboards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240280"/>
            <a:ext cx="6400800" cy="521208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26771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ETL pipeline with weekly refresh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834640"/>
            <a:ext cx="6400800" cy="521208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862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ML health scoring across 100 Nifty companies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429000"/>
            <a:ext cx="6400800" cy="521208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4564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Standardized DAX measures library (25+ formulas)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deployment and scalable to additional markets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vauldandsouza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</Words>
  <Application>Microsoft Office PowerPoint</Application>
  <PresentationFormat>On-screen Show (16:9)</PresentationFormat>
  <Paragraphs>339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100 Financial Intelligence System</dc:title>
  <dc:subject>PptxGenJS Presentation</dc:subject>
  <dc:creator>vauldandsouza</dc:creator>
  <cp:lastModifiedBy>Vauldan D'Souza</cp:lastModifiedBy>
  <cp:revision>2</cp:revision>
  <dcterms:created xsi:type="dcterms:W3CDTF">2026-06-01T21:06:49Z</dcterms:created>
  <dcterms:modified xsi:type="dcterms:W3CDTF">2026-06-01T21:51:14Z</dcterms:modified>
</cp:coreProperties>
</file>